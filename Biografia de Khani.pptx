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67" r:id="rId2"/>
    <p:sldId id="257" r:id="rId3"/>
    <p:sldId id="259" r:id="rId4"/>
    <p:sldId id="260" r:id="rId5"/>
    <p:sldId id="266" r:id="rId6"/>
    <p:sldId id="261" r:id="rId7"/>
    <p:sldId id="264" r:id="rId8"/>
    <p:sldId id="268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EC419-CD4D-4BFA-857E-9265C893CAC0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9F066-58F3-47BC-9ED4-E64AB6F86B7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8507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9701-0BC7-4059-A6FE-05195424E2ED}" type="datetime1">
              <a:rPr lang="pt-PT" smtClean="0"/>
              <a:t>07/04/2026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6368728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247C-AEE0-4424-B37D-CA243AA267CC}" type="datetime1">
              <a:rPr lang="pt-PT" smtClean="0"/>
              <a:t>07/04/2026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9178172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D2A4-0FB9-4369-BE7B-EF6E6EA220FC}" type="datetime1">
              <a:rPr lang="pt-PT" smtClean="0"/>
              <a:t>07/04/2026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85455020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4DBFE-C458-4063-A804-82E6BF0D9C6A}" type="datetime1">
              <a:rPr lang="pt-PT" smtClean="0"/>
              <a:t>07/04/2026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3709307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6C5A-7873-4733-955A-AD091CA09F18}" type="datetime1">
              <a:rPr lang="pt-PT" smtClean="0"/>
              <a:t>07/04/2026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369907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11FC9-948A-4C33-9B9A-B77DE4C4E5D5}" type="datetime1">
              <a:rPr lang="pt-PT" smtClean="0"/>
              <a:t>07/04/2026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66602533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CE779-AA74-4B60-A3AF-EEAC308E6BC7}" type="datetime1">
              <a:rPr lang="pt-PT" smtClean="0"/>
              <a:t>07/04/2026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99447795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99D6-B006-4888-948D-7A8A03BBE8A6}" type="datetime1">
              <a:rPr lang="pt-PT" smtClean="0"/>
              <a:t>07/04/2026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65994676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1B96-86C5-42A9-8453-4C21B9E7D201}" type="datetime1">
              <a:rPr lang="pt-PT" smtClean="0"/>
              <a:t>07/04/2026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8511366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74DE-58FD-4FEC-B341-6BFE070F7B4D}" type="datetime1">
              <a:rPr lang="pt-PT" smtClean="0"/>
              <a:t>07/04/2026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210999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59007-F0E6-4A18-B4C6-8993E145A0F3}" type="datetime1">
              <a:rPr lang="pt-PT" smtClean="0"/>
              <a:t>07/04/2026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6126741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4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F27EE-13C3-4693-BDEE-546665FE6B67}" type="datetime1">
              <a:rPr lang="pt-PT" smtClean="0"/>
              <a:t>07/04/2026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PT"/>
              <a:t>Khani Mathusse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765CC-97EE-4997-8F41-2E42D913931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2111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wip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Hp%2014\Documents\EPI.1%5b1%5d.doc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2A50A-BFCA-47DC-B8A2-F38254B86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CE779-AA74-4B60-A3AF-EEAC308E6BC7}" type="datetime1">
              <a:rPr lang="pt-PT" smtClean="0"/>
              <a:t>07/04/2026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2D2FC-02F1-4B3A-9534-D5D3B29B0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68737-3FB8-4BBB-AAA3-08A6B2AA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1</a:t>
            </a:fld>
            <a:endParaRPr lang="pt-PT"/>
          </a:p>
        </p:txBody>
      </p:sp>
      <p:pic>
        <p:nvPicPr>
          <p:cNvPr id="5" name="Picture Placeholder 5">
            <a:extLst>
              <a:ext uri="{FF2B5EF4-FFF2-40B4-BE49-F238E27FC236}">
                <a16:creationId xmlns:a16="http://schemas.microsoft.com/office/drawing/2014/main" id="{9B31F363-845E-4F24-AAE3-0649D2F28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90" b="20390"/>
          <a:stretch>
            <a:fillRect/>
          </a:stretch>
        </p:blipFill>
        <p:spPr>
          <a:xfrm>
            <a:off x="5903685" y="827315"/>
            <a:ext cx="6172200" cy="4873625"/>
          </a:xfrm>
          <a:prstGeom prst="rect">
            <a:avLst/>
          </a:prstGeom>
          <a:effectLst>
            <a:softEdge rad="45720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90847E-34F3-4013-8BA1-2C47677FEA3B}"/>
              </a:ext>
            </a:extLst>
          </p:cNvPr>
          <p:cNvSpPr/>
          <p:nvPr/>
        </p:nvSpPr>
        <p:spPr>
          <a:xfrm>
            <a:off x="446429" y="1912485"/>
            <a:ext cx="359217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dirty="0" err="1"/>
              <a:t>Minha</a:t>
            </a:r>
            <a:r>
              <a:rPr lang="en-GB" sz="4000" dirty="0"/>
              <a:t> </a:t>
            </a:r>
            <a:r>
              <a:rPr lang="en-GB" sz="4000" dirty="0" err="1"/>
              <a:t>Biografia</a:t>
            </a:r>
            <a:endParaRPr lang="pt-PT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60DDF2-1F3F-4CBC-9C32-68D9B9CFAB0F}"/>
              </a:ext>
            </a:extLst>
          </p:cNvPr>
          <p:cNvSpPr/>
          <p:nvPr/>
        </p:nvSpPr>
        <p:spPr>
          <a:xfrm>
            <a:off x="116115" y="3106515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GB" sz="2400" dirty="0"/>
              <a:t>Nome </a:t>
            </a:r>
            <a:r>
              <a:rPr lang="en-GB" sz="2400" dirty="0" err="1"/>
              <a:t>completo:Khani</a:t>
            </a:r>
            <a:r>
              <a:rPr lang="en-GB" sz="2400" dirty="0"/>
              <a:t> Da Elsa </a:t>
            </a:r>
            <a:r>
              <a:rPr lang="en-GB" sz="2400" dirty="0" err="1"/>
              <a:t>Mathusse</a:t>
            </a:r>
            <a:endParaRPr lang="en-GB" sz="2400" dirty="0"/>
          </a:p>
          <a:p>
            <a:pPr algn="just"/>
            <a:r>
              <a:rPr lang="en-GB" sz="2400" dirty="0" err="1"/>
              <a:t>Curso:Suporte</a:t>
            </a:r>
            <a:r>
              <a:rPr lang="en-GB" sz="2400" dirty="0"/>
              <a:t> </a:t>
            </a:r>
            <a:r>
              <a:rPr lang="en-GB" sz="2400" dirty="0" err="1"/>
              <a:t>informático</a:t>
            </a:r>
            <a:endParaRPr lang="en-GB" sz="2400" dirty="0"/>
          </a:p>
          <a:p>
            <a:pPr algn="just"/>
            <a:r>
              <a:rPr lang="en-GB" sz="2400" dirty="0"/>
              <a:t>Turma:3</a:t>
            </a:r>
          </a:p>
          <a:p>
            <a:pPr algn="just"/>
            <a:r>
              <a:rPr lang="en-GB" sz="2400" dirty="0"/>
              <a:t>Instituto de </a:t>
            </a:r>
            <a:r>
              <a:rPr lang="en-GB" sz="2400" dirty="0" err="1"/>
              <a:t>Transportes</a:t>
            </a:r>
            <a:r>
              <a:rPr lang="en-GB" sz="2400" dirty="0"/>
              <a:t> e </a:t>
            </a:r>
            <a:r>
              <a:rPr lang="en-GB" sz="2400" dirty="0" err="1"/>
              <a:t>Comunicações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18659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  <p:sndAc>
          <p:endSnd/>
        </p:sndAc>
      </p:transition>
    </mc:Choice>
    <mc:Fallback>
      <p:transition spd="slow">
        <p:blinds dir="vert"/>
        <p:sndAc>
          <p:endSnd/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850B-C3D6-4927-BDD2-D7FF3B65A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281" y="0"/>
            <a:ext cx="3932237" cy="1255486"/>
          </a:xfrm>
        </p:spPr>
        <p:txBody>
          <a:bodyPr/>
          <a:lstStyle/>
          <a:p>
            <a:pPr algn="just"/>
            <a:r>
              <a:rPr lang="en-GB" dirty="0" err="1"/>
              <a:t>Quem</a:t>
            </a:r>
            <a:r>
              <a:rPr lang="en-GB" dirty="0"/>
              <a:t> </a:t>
            </a:r>
            <a:r>
              <a:rPr lang="en-GB" dirty="0" err="1"/>
              <a:t>sou</a:t>
            </a:r>
            <a:r>
              <a:rPr lang="en-GB" dirty="0"/>
              <a:t> </a:t>
            </a:r>
            <a:r>
              <a:rPr lang="en-GB" dirty="0" err="1"/>
              <a:t>eu</a:t>
            </a:r>
            <a:r>
              <a:rPr lang="en-GB" dirty="0"/>
              <a:t>?		</a:t>
            </a:r>
            <a:endParaRPr lang="pt-PT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5F28BF4-E850-4D4E-A4CC-DD3A97F65D4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0390" b="20390"/>
          <a:stretch>
            <a:fillRect/>
          </a:stretch>
        </p:blipFill>
        <p:spPr>
          <a:xfrm>
            <a:off x="272477" y="1129846"/>
            <a:ext cx="5823523" cy="4598307"/>
          </a:xfrm>
          <a:effectLst>
            <a:softEdge rad="292100"/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868A1-80E2-4829-B06A-10C0CD705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39718" y="1792513"/>
            <a:ext cx="4258992" cy="406259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O meu </a:t>
            </a:r>
            <a:r>
              <a:rPr lang="en-GB" sz="2400" dirty="0" err="1"/>
              <a:t>nome</a:t>
            </a:r>
            <a:r>
              <a:rPr lang="en-GB" sz="2400" dirty="0"/>
              <a:t> é </a:t>
            </a:r>
            <a:r>
              <a:rPr lang="en-GB" sz="2400" dirty="0" err="1"/>
              <a:t>Khanimambo</a:t>
            </a:r>
            <a:r>
              <a:rPr lang="en-GB" sz="2400" dirty="0"/>
              <a:t> </a:t>
            </a:r>
            <a:r>
              <a:rPr lang="en-GB" sz="2400" dirty="0" err="1"/>
              <a:t>Mathusse</a:t>
            </a:r>
            <a:r>
              <a:rPr lang="en-GB" sz="2400" dirty="0"/>
              <a:t> </a:t>
            </a:r>
            <a:r>
              <a:rPr lang="en-GB" sz="2400" dirty="0" err="1"/>
              <a:t>ou</a:t>
            </a:r>
            <a:r>
              <a:rPr lang="en-GB" sz="2400" dirty="0"/>
              <a:t> </a:t>
            </a:r>
            <a:r>
              <a:rPr lang="en-GB" sz="2400" dirty="0" err="1"/>
              <a:t>simplesmente</a:t>
            </a:r>
            <a:r>
              <a:rPr lang="en-GB" sz="2400" dirty="0"/>
              <a:t> </a:t>
            </a:r>
            <a:r>
              <a:rPr lang="en-GB" sz="2400" dirty="0" err="1"/>
              <a:t>Khani</a:t>
            </a:r>
            <a:r>
              <a:rPr lang="en-GB" sz="2400" dirty="0"/>
              <a:t>, </a:t>
            </a:r>
            <a:r>
              <a:rPr lang="en-GB" sz="2400" dirty="0" err="1"/>
              <a:t>filha</a:t>
            </a:r>
            <a:r>
              <a:rPr lang="en-GB" sz="2400" dirty="0"/>
              <a:t> de J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</a:t>
            </a:r>
            <a:r>
              <a:rPr lang="en-GB" sz="2400" dirty="0"/>
              <a:t>lio Alexandre </a:t>
            </a:r>
            <a:r>
              <a:rPr lang="en-GB" sz="2400" dirty="0" err="1"/>
              <a:t>Mathusse</a:t>
            </a:r>
            <a:r>
              <a:rPr lang="en-GB" sz="2400" dirty="0"/>
              <a:t> e Elsa Fernando </a:t>
            </a:r>
            <a:r>
              <a:rPr lang="en-GB" sz="2400" dirty="0" err="1"/>
              <a:t>Muianga</a:t>
            </a:r>
            <a:r>
              <a:rPr lang="en-GB" sz="2400" dirty="0"/>
              <a:t>, a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</a:t>
            </a:r>
            <a:r>
              <a:rPr lang="en-GB" sz="2400" dirty="0" err="1"/>
              <a:t>ltima</a:t>
            </a:r>
            <a:r>
              <a:rPr lang="en-GB" sz="2400" dirty="0"/>
              <a:t> dos 4 </a:t>
            </a:r>
            <a:r>
              <a:rPr lang="en-GB" sz="2400" dirty="0" err="1"/>
              <a:t>filhos</a:t>
            </a:r>
            <a:r>
              <a:rPr lang="en-GB" sz="2400" dirty="0"/>
              <a:t>, </a:t>
            </a:r>
            <a:r>
              <a:rPr lang="pt-PT" sz="2400" noProof="1"/>
              <a:t>Moçambicana</a:t>
            </a:r>
            <a:r>
              <a:rPr lang="en-GB" sz="2400" dirty="0"/>
              <a:t> </a:t>
            </a:r>
            <a:r>
              <a:rPr lang="en-GB" sz="2400" dirty="0" err="1"/>
              <a:t>nascida</a:t>
            </a:r>
            <a:r>
              <a:rPr lang="en-GB" sz="2400" dirty="0"/>
              <a:t> no </a:t>
            </a:r>
            <a:r>
              <a:rPr lang="en-GB" sz="2400" dirty="0" err="1"/>
              <a:t>dia</a:t>
            </a:r>
            <a:r>
              <a:rPr lang="en-GB" sz="2400" dirty="0"/>
              <a:t> 9 de </a:t>
            </a:r>
            <a:r>
              <a:rPr lang="en-GB" sz="2400" dirty="0" err="1"/>
              <a:t>Outubro</a:t>
            </a:r>
            <a:r>
              <a:rPr lang="en-GB" sz="2400" dirty="0"/>
              <a:t> no hospital  provincial de Inhambane e </a:t>
            </a:r>
            <a:r>
              <a:rPr lang="en-GB" sz="2400" dirty="0" err="1"/>
              <a:t>atualmente</a:t>
            </a:r>
            <a:r>
              <a:rPr lang="en-GB" sz="2400" dirty="0"/>
              <a:t> vivo </a:t>
            </a:r>
            <a:r>
              <a:rPr lang="en-GB" sz="2400" dirty="0" err="1"/>
              <a:t>na</a:t>
            </a:r>
            <a:r>
              <a:rPr lang="en-GB" sz="2400" dirty="0"/>
              <a:t> </a:t>
            </a:r>
            <a:r>
              <a:rPr lang="en-GB" sz="2400" dirty="0" err="1"/>
              <a:t>Matola</a:t>
            </a:r>
            <a:r>
              <a:rPr lang="en-GB" sz="2400" dirty="0"/>
              <a:t>-Liberdade</a:t>
            </a:r>
            <a:endParaRPr lang="pt-PT" sz="24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6BF0592-271C-4950-B824-7CB3B2F1D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C30D0-57B6-425A-A324-F422C865BDCA}" type="datetime1">
              <a:rPr lang="pt-PT" smtClean="0"/>
              <a:t>07/04/2026</a:t>
            </a:fld>
            <a:endParaRPr lang="pt-PT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A443B71-9D51-4F1D-83CD-3C0E25CD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95F700-A5B2-4613-97B2-CFBCA88A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91762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24562-658C-4561-A450-A0E7F4C88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4041928" cy="1106333"/>
          </a:xfrm>
        </p:spPr>
        <p:txBody>
          <a:bodyPr/>
          <a:lstStyle/>
          <a:p>
            <a:r>
              <a:rPr lang="en-GB" dirty="0" err="1"/>
              <a:t>Minha</a:t>
            </a:r>
            <a:r>
              <a:rPr lang="en-GB" dirty="0"/>
              <a:t> </a:t>
            </a:r>
            <a:r>
              <a:rPr lang="pt-PT" dirty="0"/>
              <a:t>Infância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CB6443-5F22-496B-BF14-000565C49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52633">
            <a:off x="5532096" y="245702"/>
            <a:ext cx="3003160" cy="400421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325F0-CB7A-4B7A-9FF9-BCFFAE23F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99302"/>
            <a:ext cx="4344058" cy="4321279"/>
          </a:xfrm>
        </p:spPr>
        <p:txBody>
          <a:bodyPr>
            <a:noAutofit/>
          </a:bodyPr>
          <a:lstStyle/>
          <a:p>
            <a:r>
              <a:rPr lang="en-GB" sz="2400" dirty="0" err="1"/>
              <a:t>Cresci</a:t>
            </a:r>
            <a:r>
              <a:rPr lang="en-GB" sz="2400" dirty="0"/>
              <a:t> </a:t>
            </a:r>
            <a:r>
              <a:rPr lang="en-GB" sz="2400" dirty="0" err="1"/>
              <a:t>na</a:t>
            </a:r>
            <a:r>
              <a:rPr lang="en-GB" sz="2400" dirty="0"/>
              <a:t> </a:t>
            </a:r>
            <a:r>
              <a:rPr lang="en-GB" sz="2400" dirty="0" err="1"/>
              <a:t>cidade</a:t>
            </a:r>
            <a:r>
              <a:rPr lang="en-GB" sz="2400" dirty="0"/>
              <a:t> de Inhambane no </a:t>
            </a:r>
            <a:r>
              <a:rPr lang="en-GB" sz="2400" dirty="0" err="1"/>
              <a:t>bairro</a:t>
            </a:r>
            <a:r>
              <a:rPr lang="en-GB" sz="2400" dirty="0"/>
              <a:t> </a:t>
            </a:r>
            <a:r>
              <a:rPr lang="en-GB" sz="2400" dirty="0" err="1"/>
              <a:t>Malembuane</a:t>
            </a:r>
            <a:r>
              <a:rPr lang="en-GB" sz="2400" dirty="0"/>
              <a:t>, </a:t>
            </a:r>
            <a:r>
              <a:rPr lang="en-GB" sz="2400" dirty="0" err="1"/>
              <a:t>fiz</a:t>
            </a:r>
            <a:r>
              <a:rPr lang="en-GB" sz="2400" dirty="0"/>
              <a:t> o Ensino </a:t>
            </a:r>
            <a:r>
              <a:rPr lang="pt-PT" sz="2400" dirty="0"/>
              <a:t>primário</a:t>
            </a:r>
            <a:r>
              <a:rPr lang="en-GB" sz="2400" dirty="0"/>
              <a:t> </a:t>
            </a:r>
            <a:r>
              <a:rPr lang="en-GB" sz="2400" dirty="0" err="1"/>
              <a:t>na</a:t>
            </a:r>
            <a:r>
              <a:rPr lang="en-GB" sz="2400" dirty="0"/>
              <a:t> Escola </a:t>
            </a:r>
            <a:r>
              <a:rPr lang="en-GB" sz="2400" dirty="0" err="1"/>
              <a:t>Primária</a:t>
            </a:r>
            <a:r>
              <a:rPr lang="en-GB" sz="2400" dirty="0"/>
              <a:t> </a:t>
            </a:r>
            <a:r>
              <a:rPr lang="en-GB" sz="2400" dirty="0" err="1"/>
              <a:t>Completa</a:t>
            </a:r>
            <a:r>
              <a:rPr lang="en-GB" sz="2400" dirty="0"/>
              <a:t> De </a:t>
            </a:r>
            <a:r>
              <a:rPr lang="en-GB" sz="2400" dirty="0" err="1"/>
              <a:t>Nhampossa</a:t>
            </a:r>
            <a:r>
              <a:rPr lang="en-GB" sz="2400" dirty="0"/>
              <a:t>.</a:t>
            </a:r>
          </a:p>
          <a:p>
            <a:r>
              <a:rPr lang="en-GB" sz="2400" dirty="0"/>
              <a:t>Um dos </a:t>
            </a:r>
            <a:r>
              <a:rPr lang="en-GB" sz="2400" dirty="0" err="1"/>
              <a:t>momentos</a:t>
            </a:r>
            <a:r>
              <a:rPr lang="en-GB" sz="2400" dirty="0"/>
              <a:t> </a:t>
            </a:r>
            <a:r>
              <a:rPr lang="en-GB" sz="2400" dirty="0" err="1"/>
              <a:t>mais</a:t>
            </a:r>
            <a:r>
              <a:rPr lang="en-GB" sz="2400" dirty="0"/>
              <a:t> </a:t>
            </a:r>
            <a:r>
              <a:rPr lang="en-GB" sz="2400" dirty="0" err="1"/>
              <a:t>importantes</a:t>
            </a:r>
            <a:r>
              <a:rPr lang="en-GB" sz="2400" dirty="0"/>
              <a:t> da </a:t>
            </a:r>
            <a:r>
              <a:rPr lang="en-GB" sz="2400" dirty="0" err="1"/>
              <a:t>minha</a:t>
            </a:r>
            <a:r>
              <a:rPr lang="en-GB" sz="2400" dirty="0"/>
              <a:t> </a:t>
            </a:r>
            <a:r>
              <a:rPr lang="pt-PT" sz="2400" dirty="0"/>
              <a:t>infância</a:t>
            </a:r>
            <a:r>
              <a:rPr lang="en-GB" sz="2400" dirty="0"/>
              <a:t>, </a:t>
            </a:r>
            <a:r>
              <a:rPr lang="en-GB" sz="2400" dirty="0" err="1"/>
              <a:t>foi</a:t>
            </a:r>
            <a:r>
              <a:rPr lang="en-GB" sz="2400" dirty="0"/>
              <a:t> </a:t>
            </a:r>
            <a:r>
              <a:rPr lang="en-GB" sz="2400" dirty="0" err="1"/>
              <a:t>quando</a:t>
            </a:r>
            <a:r>
              <a:rPr lang="en-GB" sz="2400" dirty="0"/>
              <a:t> </a:t>
            </a:r>
            <a:r>
              <a:rPr lang="en-GB" sz="2400" dirty="0" err="1"/>
              <a:t>comecei</a:t>
            </a:r>
            <a:r>
              <a:rPr lang="en-GB" sz="2400" dirty="0"/>
              <a:t> a </a:t>
            </a:r>
            <a:r>
              <a:rPr lang="en-GB" sz="2400" dirty="0" err="1"/>
              <a:t>jogar</a:t>
            </a:r>
            <a:r>
              <a:rPr lang="en-GB" sz="2400" dirty="0"/>
              <a:t> </a:t>
            </a:r>
            <a:r>
              <a:rPr lang="en-GB" sz="2400" dirty="0" err="1"/>
              <a:t>basquete</a:t>
            </a:r>
            <a:r>
              <a:rPr lang="en-GB" sz="2400" dirty="0"/>
              <a:t> e com </a:t>
            </a:r>
            <a:r>
              <a:rPr lang="en-GB" sz="2400" dirty="0" err="1"/>
              <a:t>isso</a:t>
            </a:r>
            <a:r>
              <a:rPr lang="en-GB" sz="2400" dirty="0"/>
              <a:t> </a:t>
            </a:r>
            <a:r>
              <a:rPr lang="pt-PT" sz="2400" dirty="0"/>
              <a:t>também</a:t>
            </a:r>
            <a:r>
              <a:rPr lang="en-GB" sz="2400" dirty="0"/>
              <a:t> </a:t>
            </a:r>
            <a:r>
              <a:rPr lang="pt-PT" sz="2400" noProof="1"/>
              <a:t>começou</a:t>
            </a:r>
            <a:r>
              <a:rPr lang="en-GB" sz="2400" dirty="0"/>
              <a:t> a </a:t>
            </a:r>
            <a:r>
              <a:rPr lang="en-GB" sz="2400" dirty="0" err="1"/>
              <a:t>minha</a:t>
            </a:r>
            <a:r>
              <a:rPr lang="en-GB" sz="2400" dirty="0"/>
              <a:t> </a:t>
            </a:r>
            <a:r>
              <a:rPr lang="en-GB" sz="2400" dirty="0" err="1"/>
              <a:t>vida</a:t>
            </a:r>
            <a:r>
              <a:rPr lang="en-GB" sz="2400" dirty="0"/>
              <a:t> </a:t>
            </a:r>
            <a:r>
              <a:rPr lang="en-GB" sz="2400" dirty="0" err="1"/>
              <a:t>nos</a:t>
            </a:r>
            <a:r>
              <a:rPr lang="en-GB" sz="2400" dirty="0"/>
              <a:t> </a:t>
            </a:r>
            <a:r>
              <a:rPr lang="en-GB" sz="2400" dirty="0" err="1"/>
              <a:t>torneios</a:t>
            </a:r>
            <a:r>
              <a:rPr lang="en-GB" sz="2400" dirty="0"/>
              <a:t>. ( Mini </a:t>
            </a:r>
            <a:r>
              <a:rPr lang="en-GB" sz="2400" dirty="0" err="1"/>
              <a:t>Basquete</a:t>
            </a:r>
            <a:r>
              <a:rPr lang="en-GB" sz="2400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D8B622-A7F6-4A62-8DBB-819F792EC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4120">
            <a:off x="8988730" y="1908558"/>
            <a:ext cx="3185886" cy="4247848"/>
          </a:xfrm>
          <a:prstGeom prst="rect">
            <a:avLst/>
          </a:prstGeom>
        </p:spPr>
      </p:pic>
      <p:sp>
        <p:nvSpPr>
          <p:cNvPr id="41" name="Date Placeholder 40">
            <a:extLst>
              <a:ext uri="{FF2B5EF4-FFF2-40B4-BE49-F238E27FC236}">
                <a16:creationId xmlns:a16="http://schemas.microsoft.com/office/drawing/2014/main" id="{F2A32ED0-8164-4F14-AFE6-3CC72E91D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4795-5B2B-4EC0-8CB8-28245A017AF9}" type="datetime1">
              <a:rPr lang="pt-PT" smtClean="0"/>
              <a:t>07/04/2026</a:t>
            </a:fld>
            <a:endParaRPr lang="pt-PT"/>
          </a:p>
        </p:txBody>
      </p: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26722AD6-5F73-45C6-8505-FDBAA408D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23F17411-72B9-4720-ACF6-DDBA1FD4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97280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BCFF-67CF-4C69-A21A-D704F8148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24" y="0"/>
            <a:ext cx="3968186" cy="1225009"/>
          </a:xfrm>
        </p:spPr>
        <p:txBody>
          <a:bodyPr/>
          <a:lstStyle/>
          <a:p>
            <a:r>
              <a:rPr lang="en-GB" dirty="0" err="1"/>
              <a:t>Minha</a:t>
            </a:r>
            <a:r>
              <a:rPr lang="en-GB" dirty="0"/>
              <a:t> </a:t>
            </a:r>
            <a:r>
              <a:rPr lang="en-GB" dirty="0" err="1"/>
              <a:t>formação</a:t>
            </a:r>
            <a:endParaRPr lang="pt-PT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729CA-1674-4B16-B23D-B014A07D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85E6A-0B65-41A4-AFBE-9C0B261CF089}" type="datetime1">
              <a:rPr lang="pt-PT" smtClean="0"/>
              <a:t>07/04/2026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63253-5F46-4253-ABFA-CFAF4E691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92AEE-08D0-485F-885E-112CA0FC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4</a:t>
            </a:fld>
            <a:endParaRPr lang="pt-PT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8D2E625-3DB4-4CFB-A381-0F61C9208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18">
            <a:off x="7220382" y="-13073"/>
            <a:ext cx="2528556" cy="3371408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ACC235-94B6-4152-B947-B2F497A72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3398">
            <a:off x="8941863" y="2847856"/>
            <a:ext cx="2743200" cy="3657601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2B1311E-F67C-47C3-88DE-CD3C7996E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343298"/>
              </p:ext>
            </p:extLst>
          </p:nvPr>
        </p:nvGraphicFramePr>
        <p:xfrm>
          <a:off x="182464" y="3063874"/>
          <a:ext cx="6893950" cy="35324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46975">
                  <a:extLst>
                    <a:ext uri="{9D8B030D-6E8A-4147-A177-3AD203B41FA5}">
                      <a16:colId xmlns:a16="http://schemas.microsoft.com/office/drawing/2014/main" val="1098711447"/>
                    </a:ext>
                  </a:extLst>
                </a:gridCol>
                <a:gridCol w="3446975">
                  <a:extLst>
                    <a:ext uri="{9D8B030D-6E8A-4147-A177-3AD203B41FA5}">
                      <a16:colId xmlns:a16="http://schemas.microsoft.com/office/drawing/2014/main" val="3543880399"/>
                    </a:ext>
                  </a:extLst>
                </a:gridCol>
              </a:tblGrid>
              <a:tr h="2205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Ano</a:t>
                      </a:r>
                      <a:endParaRPr lang="pt-PT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Evento</a:t>
                      </a:r>
                      <a:endParaRPr lang="pt-PT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91382540"/>
                  </a:ext>
                </a:extLst>
              </a:tr>
              <a:tr h="3706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2015</a:t>
                      </a:r>
                      <a:endParaRPr lang="pt-PT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Escola </a:t>
                      </a:r>
                      <a:r>
                        <a:rPr lang="en-US" sz="2400" dirty="0" err="1">
                          <a:effectLst/>
                        </a:rPr>
                        <a:t>Primária</a:t>
                      </a:r>
                      <a:r>
                        <a:rPr lang="en-US" sz="2400" dirty="0">
                          <a:effectLst/>
                        </a:rPr>
                        <a:t> De </a:t>
                      </a:r>
                      <a:r>
                        <a:rPr lang="en-US" sz="2400" dirty="0" err="1">
                          <a:effectLst/>
                        </a:rPr>
                        <a:t>Nhampossa</a:t>
                      </a:r>
                      <a:endParaRPr lang="pt-PT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73147353"/>
                  </a:ext>
                </a:extLst>
              </a:tr>
              <a:tr h="3706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2021</a:t>
                      </a:r>
                      <a:endParaRPr lang="pt-PT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Concluí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ensino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primário</a:t>
                      </a:r>
                      <a:endParaRPr lang="pt-PT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95401946"/>
                  </a:ext>
                </a:extLst>
              </a:tr>
              <a:tr h="3706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2022</a:t>
                      </a:r>
                      <a:endParaRPr lang="pt-PT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Escola </a:t>
                      </a:r>
                      <a:r>
                        <a:rPr lang="pt-PT" sz="24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Secundária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3 De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Fevereiro</a:t>
                      </a:r>
                      <a:endParaRPr lang="pt-PT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77805496"/>
                  </a:ext>
                </a:extLst>
              </a:tr>
              <a:tr h="3706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2024</a:t>
                      </a:r>
                      <a:endParaRPr lang="pt-PT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400" dirty="0">
                          <a:effectLst/>
                        </a:rPr>
                        <a:t>Concluí a 10 classe </a:t>
                      </a:r>
                      <a:endParaRPr lang="pt-PT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87034546"/>
                  </a:ext>
                </a:extLst>
              </a:tr>
              <a:tr h="3706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400" dirty="0">
                          <a:effectLst/>
                        </a:rPr>
                        <a:t>2025</a:t>
                      </a:r>
                      <a:endParaRPr lang="pt-PT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400" dirty="0">
                          <a:effectLst/>
                        </a:rPr>
                        <a:t>Iniciei o curso técnico- profissional</a:t>
                      </a:r>
                      <a:endParaRPr lang="pt-PT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8335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83011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1EEAE-67B9-4A22-91C9-02502BEBC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Arvore</a:t>
            </a:r>
            <a:r>
              <a:rPr lang="en-GB" dirty="0"/>
              <a:t> </a:t>
            </a:r>
            <a:r>
              <a:rPr lang="en-GB" dirty="0" err="1"/>
              <a:t>Geneologica</a:t>
            </a:r>
            <a:endParaRPr lang="pt-PT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CA0DDB27-24E1-47D1-8771-B2802286C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563" y="108389"/>
            <a:ext cx="3867109" cy="5156145"/>
          </a:xfrm>
          <a:effectLst>
            <a:softEdge rad="279400"/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63CFA3-16B3-4FF6-9F61-326F0A183BDF}"/>
              </a:ext>
            </a:extLst>
          </p:cNvPr>
          <p:cNvSpPr/>
          <p:nvPr/>
        </p:nvSpPr>
        <p:spPr>
          <a:xfrm>
            <a:off x="583293" y="1437512"/>
            <a:ext cx="2394856" cy="9579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Av</a:t>
            </a:r>
            <a:r>
              <a:rPr lang="el-GR" dirty="0">
                <a:solidFill>
                  <a:schemeClr val="tx1"/>
                </a:solidFill>
              </a:rPr>
              <a:t>ό</a:t>
            </a:r>
            <a:r>
              <a:rPr lang="en-GB" dirty="0">
                <a:solidFill>
                  <a:schemeClr val="tx1"/>
                </a:solidFill>
              </a:rPr>
              <a:t>S PATERNOS</a:t>
            </a:r>
          </a:p>
          <a:p>
            <a:pPr algn="ctr"/>
            <a:r>
              <a:rPr lang="en-GB" dirty="0"/>
              <a:t>Ester </a:t>
            </a:r>
            <a:r>
              <a:rPr lang="en-GB" dirty="0" err="1"/>
              <a:t>Langa</a:t>
            </a:r>
            <a:r>
              <a:rPr lang="en-GB" dirty="0"/>
              <a:t> e Alexandre </a:t>
            </a:r>
            <a:r>
              <a:rPr lang="en-GB" dirty="0" err="1"/>
              <a:t>Mathusse</a:t>
            </a:r>
            <a:endParaRPr lang="pt-PT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D5EA00-4E5C-48EF-B4CA-A65CD1623FFC}"/>
              </a:ext>
            </a:extLst>
          </p:cNvPr>
          <p:cNvSpPr/>
          <p:nvPr/>
        </p:nvSpPr>
        <p:spPr>
          <a:xfrm>
            <a:off x="4863600" y="1296570"/>
            <a:ext cx="2394856" cy="945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Av</a:t>
            </a:r>
            <a:r>
              <a:rPr lang="el-GR" dirty="0">
                <a:solidFill>
                  <a:schemeClr val="tx1"/>
                </a:solidFill>
              </a:rPr>
              <a:t>ό</a:t>
            </a:r>
            <a:r>
              <a:rPr lang="en-GB" dirty="0">
                <a:solidFill>
                  <a:schemeClr val="tx1"/>
                </a:solidFill>
              </a:rPr>
              <a:t>s </a:t>
            </a:r>
            <a:r>
              <a:rPr lang="en-GB" dirty="0" err="1">
                <a:solidFill>
                  <a:schemeClr val="tx1"/>
                </a:solidFill>
              </a:rPr>
              <a:t>Maternos</a:t>
            </a:r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/>
              <a:t>Argentina </a:t>
            </a:r>
            <a:r>
              <a:rPr lang="en-GB" dirty="0" err="1"/>
              <a:t>Cossa</a:t>
            </a:r>
            <a:r>
              <a:rPr lang="en-GB" dirty="0"/>
              <a:t> e Fernando </a:t>
            </a:r>
            <a:r>
              <a:rPr lang="en-GB" dirty="0" err="1"/>
              <a:t>Muianga</a:t>
            </a:r>
            <a:endParaRPr lang="pt-PT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6B88-4F8C-4571-847E-A2B2A146B408}"/>
              </a:ext>
            </a:extLst>
          </p:cNvPr>
          <p:cNvSpPr/>
          <p:nvPr/>
        </p:nvSpPr>
        <p:spPr>
          <a:xfrm>
            <a:off x="4717835" y="3076217"/>
            <a:ext cx="2601622" cy="584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Elsa Fernando </a:t>
            </a:r>
            <a:r>
              <a:rPr lang="en-GB" dirty="0" err="1"/>
              <a:t>Muianga</a:t>
            </a:r>
            <a:r>
              <a:rPr lang="en-GB" dirty="0"/>
              <a:t> </a:t>
            </a:r>
            <a:endParaRPr lang="pt-PT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0D3BAE-114B-4DCA-A5B3-AC4D8C44D296}"/>
              </a:ext>
            </a:extLst>
          </p:cNvPr>
          <p:cNvSpPr/>
          <p:nvPr/>
        </p:nvSpPr>
        <p:spPr>
          <a:xfrm>
            <a:off x="4946854" y="4870505"/>
            <a:ext cx="1719942" cy="5846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Kateko</a:t>
            </a:r>
            <a:r>
              <a:rPr lang="en-GB" dirty="0"/>
              <a:t> Julio</a:t>
            </a:r>
            <a:endParaRPr lang="pt-PT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8C40F5-FF02-49EB-8F25-A31E368517F6}"/>
              </a:ext>
            </a:extLst>
          </p:cNvPr>
          <p:cNvSpPr/>
          <p:nvPr/>
        </p:nvSpPr>
        <p:spPr>
          <a:xfrm>
            <a:off x="3060904" y="4891168"/>
            <a:ext cx="1719942" cy="584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Argentina </a:t>
            </a:r>
            <a:r>
              <a:rPr lang="en-GB" dirty="0" err="1"/>
              <a:t>Mathusse</a:t>
            </a:r>
            <a:endParaRPr lang="pt-PT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169441-A064-4A73-85DE-F8CAC7E21AE7}"/>
              </a:ext>
            </a:extLst>
          </p:cNvPr>
          <p:cNvSpPr/>
          <p:nvPr/>
        </p:nvSpPr>
        <p:spPr>
          <a:xfrm>
            <a:off x="6832804" y="4870505"/>
            <a:ext cx="1843315" cy="502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Khani</a:t>
            </a:r>
            <a:r>
              <a:rPr lang="en-GB" dirty="0"/>
              <a:t> </a:t>
            </a:r>
            <a:r>
              <a:rPr lang="en-GB" dirty="0" err="1"/>
              <a:t>Mathusse</a:t>
            </a:r>
            <a:endParaRPr lang="pt-PT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52D1E7-7528-4C1D-A724-FF5874CD5A8A}"/>
              </a:ext>
            </a:extLst>
          </p:cNvPr>
          <p:cNvSpPr/>
          <p:nvPr/>
        </p:nvSpPr>
        <p:spPr>
          <a:xfrm>
            <a:off x="837293" y="4934857"/>
            <a:ext cx="1886857" cy="584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Ester </a:t>
            </a:r>
            <a:r>
              <a:rPr lang="en-GB" dirty="0" err="1"/>
              <a:t>Mathusse</a:t>
            </a:r>
            <a:endParaRPr lang="pt-PT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1CE2A0A-89A8-4965-BF80-4535E7E1ADF6}"/>
              </a:ext>
            </a:extLst>
          </p:cNvPr>
          <p:cNvCxnSpPr>
            <a:cxnSpLocks/>
          </p:cNvCxnSpPr>
          <p:nvPr/>
        </p:nvCxnSpPr>
        <p:spPr>
          <a:xfrm>
            <a:off x="4376058" y="4540161"/>
            <a:ext cx="337840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33B017D-6BB9-44C0-88C8-F6D9CCFD2A32}"/>
              </a:ext>
            </a:extLst>
          </p:cNvPr>
          <p:cNvCxnSpPr>
            <a:cxnSpLocks/>
          </p:cNvCxnSpPr>
          <p:nvPr/>
        </p:nvCxnSpPr>
        <p:spPr>
          <a:xfrm flipH="1">
            <a:off x="1780722" y="4540161"/>
            <a:ext cx="25953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00CC21F-3424-4BCA-9B5D-679777FE3FA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780722" y="4558618"/>
            <a:ext cx="0" cy="3762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F1337A-D19F-45FB-937C-D2B2E87E35AA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7754461" y="4524045"/>
            <a:ext cx="1" cy="346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721C4B-7DB7-4D27-923A-C8519A71A067}"/>
              </a:ext>
            </a:extLst>
          </p:cNvPr>
          <p:cNvCxnSpPr>
            <a:cxnSpLocks/>
          </p:cNvCxnSpPr>
          <p:nvPr/>
        </p:nvCxnSpPr>
        <p:spPr>
          <a:xfrm flipV="1">
            <a:off x="3920875" y="4558618"/>
            <a:ext cx="0" cy="3762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4FB40D-1973-4D1C-BC24-4BAAE54FB4EA}"/>
              </a:ext>
            </a:extLst>
          </p:cNvPr>
          <p:cNvCxnSpPr>
            <a:stCxn id="10" idx="0"/>
          </p:cNvCxnSpPr>
          <p:nvPr/>
        </p:nvCxnSpPr>
        <p:spPr>
          <a:xfrm flipV="1">
            <a:off x="5806825" y="4531052"/>
            <a:ext cx="0" cy="3394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Date Placeholder 38">
            <a:extLst>
              <a:ext uri="{FF2B5EF4-FFF2-40B4-BE49-F238E27FC236}">
                <a16:creationId xmlns:a16="http://schemas.microsoft.com/office/drawing/2014/main" id="{6457786D-3801-461B-A21F-CEAE79DF8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25EAB-7554-4AC0-9777-C611957ABADB}" type="datetime1">
              <a:rPr lang="pt-PT" smtClean="0"/>
              <a:t>07/04/2026</a:t>
            </a:fld>
            <a:endParaRPr lang="pt-PT"/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A10DC81E-BFA6-428E-BB29-39CDE189C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560B9DA5-E584-43F7-B1DE-8C0ABD792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5</a:t>
            </a:fld>
            <a:endParaRPr lang="pt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7A8EA3-96E0-4112-80DC-E5E839AC03D3}"/>
              </a:ext>
            </a:extLst>
          </p:cNvPr>
          <p:cNvSpPr/>
          <p:nvPr/>
        </p:nvSpPr>
        <p:spPr>
          <a:xfrm>
            <a:off x="599500" y="3127516"/>
            <a:ext cx="2601621" cy="516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Julio Alexandre </a:t>
            </a:r>
            <a:r>
              <a:rPr lang="en-GB" dirty="0" err="1"/>
              <a:t>Mathusse</a:t>
            </a:r>
            <a:endParaRPr lang="pt-PT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01180A6-C33E-4A8C-A62A-9B2C5F9EBC5C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1900310" y="2294936"/>
            <a:ext cx="1" cy="8325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ABA0D6E-5545-49F7-BCB2-0C65999F8B4A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6061028" y="2241813"/>
            <a:ext cx="8127" cy="931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B497155-FB6D-4CB8-8211-5E3DBDC73B03}"/>
              </a:ext>
            </a:extLst>
          </p:cNvPr>
          <p:cNvCxnSpPr>
            <a:cxnSpLocks/>
            <a:stCxn id="8" idx="1"/>
            <a:endCxn id="3" idx="3"/>
          </p:cNvCxnSpPr>
          <p:nvPr/>
        </p:nvCxnSpPr>
        <p:spPr>
          <a:xfrm flipH="1">
            <a:off x="3201121" y="3368566"/>
            <a:ext cx="1516714" cy="172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CB972F-E7E4-4399-976A-FBB3BFA83FAF}"/>
              </a:ext>
            </a:extLst>
          </p:cNvPr>
          <p:cNvCxnSpPr/>
          <p:nvPr/>
        </p:nvCxnSpPr>
        <p:spPr>
          <a:xfrm>
            <a:off x="4282831" y="3353892"/>
            <a:ext cx="0" cy="12023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033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F94EF-9601-4918-AEC6-B3C84FAAD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29065"/>
            <a:ext cx="3932237" cy="1600200"/>
          </a:xfrm>
        </p:spPr>
        <p:txBody>
          <a:bodyPr/>
          <a:lstStyle/>
          <a:p>
            <a:r>
              <a:rPr lang="en-GB" dirty="0"/>
              <a:t>Meus Interesses e hobbies</a:t>
            </a:r>
            <a:endParaRPr lang="pt-PT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A80BA6-B365-451F-BE3E-8C710708D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102" y="1990934"/>
            <a:ext cx="3410982" cy="454797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B5D38-AB5D-4B0F-9CBE-E2F024BF1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GB" sz="2400" dirty="0" err="1"/>
              <a:t>Gosto</a:t>
            </a:r>
            <a:r>
              <a:rPr lang="en-GB" sz="2400" dirty="0"/>
              <a:t> de </a:t>
            </a:r>
            <a:r>
              <a:rPr lang="en-GB" sz="2400" dirty="0" err="1"/>
              <a:t>assistir</a:t>
            </a:r>
            <a:r>
              <a:rPr lang="en-GB" sz="2400" dirty="0"/>
              <a:t> </a:t>
            </a:r>
            <a:r>
              <a:rPr lang="en-GB" sz="2400" dirty="0" err="1"/>
              <a:t>os</a:t>
            </a:r>
            <a:r>
              <a:rPr lang="en-GB" sz="2400" dirty="0"/>
              <a:t> </a:t>
            </a:r>
            <a:r>
              <a:rPr lang="en-GB" sz="2400" dirty="0" err="1"/>
              <a:t>jogos</a:t>
            </a:r>
            <a:r>
              <a:rPr lang="en-GB" sz="2400" dirty="0"/>
              <a:t> de  </a:t>
            </a:r>
            <a:r>
              <a:rPr lang="en-GB" sz="2400" dirty="0" err="1"/>
              <a:t>Basquete</a:t>
            </a:r>
            <a:r>
              <a:rPr lang="en-GB" sz="2400" dirty="0"/>
              <a:t> e </a:t>
            </a:r>
            <a:r>
              <a:rPr lang="en-GB" sz="2400" dirty="0" err="1"/>
              <a:t>futebol</a:t>
            </a:r>
            <a:r>
              <a:rPr lang="en-GB" sz="2400" dirty="0"/>
              <a:t>, </a:t>
            </a:r>
            <a:r>
              <a:rPr lang="en-GB" sz="2400" dirty="0" err="1"/>
              <a:t>escutar</a:t>
            </a:r>
            <a:r>
              <a:rPr lang="en-GB" sz="2400" dirty="0"/>
              <a:t> </a:t>
            </a:r>
            <a:r>
              <a:rPr lang="en-GB" sz="2400" dirty="0" err="1"/>
              <a:t>m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</a:t>
            </a:r>
            <a:r>
              <a:rPr lang="en-GB" sz="2400" dirty="0" err="1"/>
              <a:t>sicas</a:t>
            </a:r>
            <a:r>
              <a:rPr lang="en-GB" sz="2400" dirty="0"/>
              <a:t> </a:t>
            </a:r>
            <a:r>
              <a:rPr lang="en-GB" sz="2400" dirty="0" err="1"/>
              <a:t>nacionais</a:t>
            </a:r>
            <a:r>
              <a:rPr lang="en-GB" sz="2400" dirty="0"/>
              <a:t> </a:t>
            </a:r>
            <a:r>
              <a:rPr lang="en-GB" sz="2400" dirty="0" err="1"/>
              <a:t>como</a:t>
            </a:r>
            <a:r>
              <a:rPr lang="en-GB" sz="2400" dirty="0"/>
              <a:t> </a:t>
            </a:r>
            <a:r>
              <a:rPr lang="en-GB" sz="2400" dirty="0" err="1"/>
              <a:t>Assa</a:t>
            </a:r>
            <a:r>
              <a:rPr lang="en-GB" sz="2400" dirty="0"/>
              <a:t> </a:t>
            </a:r>
            <a:r>
              <a:rPr lang="en-GB" sz="2400" dirty="0" err="1"/>
              <a:t>Matusse</a:t>
            </a:r>
            <a:r>
              <a:rPr lang="en-GB" sz="2400" dirty="0"/>
              <a:t>, </a:t>
            </a:r>
            <a:r>
              <a:rPr lang="en-GB" sz="2400" dirty="0" err="1"/>
              <a:t>Wazimbo</a:t>
            </a:r>
            <a:r>
              <a:rPr lang="en-GB" sz="2400" dirty="0"/>
              <a:t> </a:t>
            </a:r>
            <a:r>
              <a:rPr lang="en-GB" sz="2400" dirty="0" err="1"/>
              <a:t>também</a:t>
            </a:r>
            <a:r>
              <a:rPr lang="en-GB" sz="2400" dirty="0"/>
              <a:t> </a:t>
            </a:r>
            <a:r>
              <a:rPr lang="en-GB" sz="2400" dirty="0" err="1"/>
              <a:t>ler</a:t>
            </a:r>
            <a:r>
              <a:rPr lang="en-GB" sz="2400" dirty="0"/>
              <a:t> </a:t>
            </a:r>
            <a:r>
              <a:rPr lang="en-GB" sz="2400" dirty="0" err="1"/>
              <a:t>os</a:t>
            </a:r>
            <a:r>
              <a:rPr lang="en-GB" sz="2400" dirty="0"/>
              <a:t> </a:t>
            </a:r>
            <a:r>
              <a:rPr lang="en-GB" sz="2400" dirty="0" err="1"/>
              <a:t>contos</a:t>
            </a:r>
            <a:r>
              <a:rPr lang="en-GB" sz="2400" dirty="0"/>
              <a:t> da Mana </a:t>
            </a:r>
            <a:r>
              <a:rPr lang="en-GB" sz="2400" dirty="0" err="1"/>
              <a:t>Ancha</a:t>
            </a:r>
            <a:r>
              <a:rPr lang="en-GB" sz="2400" dirty="0"/>
              <a:t> e </a:t>
            </a:r>
            <a:r>
              <a:rPr lang="en-GB" sz="2400" dirty="0" err="1"/>
              <a:t>estar</a:t>
            </a:r>
            <a:r>
              <a:rPr lang="en-GB" sz="2400" dirty="0"/>
              <a:t> com amigos </a:t>
            </a:r>
            <a:r>
              <a:rPr lang="en-GB" sz="2400" dirty="0" err="1"/>
              <a:t>ou</a:t>
            </a:r>
            <a:r>
              <a:rPr lang="en-GB" sz="2400" dirty="0"/>
              <a:t> </a:t>
            </a:r>
            <a:r>
              <a:rPr lang="en-GB" sz="2400" dirty="0" err="1"/>
              <a:t>família</a:t>
            </a:r>
            <a:r>
              <a:rPr lang="en-GB" sz="2400" dirty="0"/>
              <a:t> </a:t>
            </a:r>
            <a:r>
              <a:rPr lang="en-GB" sz="2400" dirty="0" err="1"/>
              <a:t>rindo</a:t>
            </a:r>
            <a:r>
              <a:rPr lang="en-GB" sz="2400" dirty="0"/>
              <a:t> e </a:t>
            </a:r>
            <a:r>
              <a:rPr lang="en-GB" sz="2400" dirty="0" err="1"/>
              <a:t>conversando</a:t>
            </a:r>
            <a:r>
              <a:rPr lang="en-GB" sz="2400" dirty="0"/>
              <a:t>, </a:t>
            </a:r>
            <a:r>
              <a:rPr lang="en-GB" sz="2400" dirty="0" err="1"/>
              <a:t>fazendo</a:t>
            </a:r>
            <a:r>
              <a:rPr lang="en-GB" sz="2400" dirty="0"/>
              <a:t> </a:t>
            </a:r>
            <a:r>
              <a:rPr lang="en-GB" sz="2400" dirty="0" err="1"/>
              <a:t>kareoke</a:t>
            </a:r>
            <a:endParaRPr lang="pt-PT" sz="24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69FAAD-655D-4315-89B0-64D8DE7D6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D842C-D754-4344-AA78-2AC8832E9A97}" type="datetime1">
              <a:rPr lang="pt-PT" smtClean="0"/>
              <a:t>07/04/2026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9F4EB-15E4-4530-8335-293F3664A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9EF6BC-B9A9-43BC-B45B-153909158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6</a:t>
            </a:fld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B1105-A0FA-408B-B679-131135D90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107" y="194857"/>
            <a:ext cx="2987913" cy="398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0738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BA3F1-4573-444B-B641-F71369D72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7256" y="324077"/>
            <a:ext cx="9390743" cy="895123"/>
          </a:xfrm>
        </p:spPr>
        <p:txBody>
          <a:bodyPr>
            <a:normAutofit fontScale="90000"/>
          </a:bodyPr>
          <a:lstStyle/>
          <a:p>
            <a:pPr algn="just"/>
            <a:r>
              <a:rPr lang="en-GB" dirty="0"/>
              <a:t>Meus </a:t>
            </a:r>
            <a:r>
              <a:rPr lang="en-GB" dirty="0" err="1"/>
              <a:t>objectivos</a:t>
            </a:r>
            <a:endParaRPr lang="pt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442287-47B2-43EB-B1D7-EAE76B538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7256" y="1596572"/>
            <a:ext cx="9782629" cy="4180114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GB" dirty="0" err="1"/>
              <a:t>Almejo</a:t>
            </a:r>
            <a:r>
              <a:rPr lang="en-GB" dirty="0"/>
              <a:t> ser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jogadora</a:t>
            </a:r>
            <a:r>
              <a:rPr lang="en-GB" dirty="0"/>
              <a:t> de </a:t>
            </a:r>
            <a:r>
              <a:rPr lang="en-GB" dirty="0" err="1"/>
              <a:t>basquete</a:t>
            </a:r>
            <a:r>
              <a:rPr lang="en-GB" dirty="0"/>
              <a:t> </a:t>
            </a:r>
            <a:r>
              <a:rPr lang="en-GB" dirty="0" err="1"/>
              <a:t>profissional</a:t>
            </a:r>
            <a:r>
              <a:rPr lang="en-GB" dirty="0"/>
              <a:t>, </a:t>
            </a:r>
            <a:r>
              <a:rPr lang="en-GB" dirty="0" err="1"/>
              <a:t>ter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vida</a:t>
            </a:r>
            <a:r>
              <a:rPr lang="en-GB" dirty="0"/>
              <a:t> </a:t>
            </a:r>
            <a:r>
              <a:rPr lang="pt-PT" dirty="0"/>
              <a:t>estável</a:t>
            </a:r>
            <a:r>
              <a:rPr lang="en-GB" dirty="0"/>
              <a:t>, ser </a:t>
            </a:r>
            <a:r>
              <a:rPr lang="en-GB" dirty="0" err="1"/>
              <a:t>uma</a:t>
            </a:r>
            <a:r>
              <a:rPr lang="en-GB" dirty="0"/>
              <a:t>  </a:t>
            </a:r>
            <a:r>
              <a:rPr lang="en-GB" dirty="0" err="1"/>
              <a:t>Programadora</a:t>
            </a:r>
            <a:r>
              <a:rPr lang="en-GB" dirty="0"/>
              <a:t> e </a:t>
            </a:r>
            <a:r>
              <a:rPr lang="en-GB" dirty="0" err="1"/>
              <a:t>criar</a:t>
            </a:r>
            <a:r>
              <a:rPr lang="en-GB" dirty="0"/>
              <a:t> um </a:t>
            </a:r>
            <a:r>
              <a:rPr lang="en-GB" dirty="0" err="1"/>
              <a:t>clube</a:t>
            </a:r>
            <a:r>
              <a:rPr lang="en-GB" dirty="0"/>
              <a:t> de </a:t>
            </a:r>
            <a:r>
              <a:rPr lang="en-GB" dirty="0" err="1"/>
              <a:t>basquete</a:t>
            </a:r>
            <a:r>
              <a:rPr lang="en-GB" dirty="0"/>
              <a:t>.</a:t>
            </a:r>
            <a:endParaRPr lang="pt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26B1B-A80D-44FB-8335-8DCA641C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D867D-2070-4D65-9CD9-12C3F2FF93C5}" type="datetime1">
              <a:rPr lang="pt-PT" smtClean="0"/>
              <a:t>07/04/2026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0261D-7BFE-430A-A35F-D81089A11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964CB-8720-4A95-B044-81AF9752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569121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BEBB-3176-4DD1-8346-AF727C145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 err="1"/>
              <a:t>Cronologia</a:t>
            </a:r>
            <a:r>
              <a:rPr lang="en-GB" dirty="0"/>
              <a:t> da </a:t>
            </a:r>
            <a:r>
              <a:rPr lang="en-GB" dirty="0" err="1"/>
              <a:t>minha</a:t>
            </a:r>
            <a:r>
              <a:rPr lang="en-GB" dirty="0"/>
              <a:t> </a:t>
            </a:r>
            <a:r>
              <a:rPr lang="en-GB" dirty="0" err="1"/>
              <a:t>vida</a:t>
            </a:r>
            <a:endParaRPr lang="pt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BB9CB-8E8A-4B02-9A50-1A1F8622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247C-AEE0-4424-B37D-CA243AA267CC}" type="datetime1">
              <a:rPr lang="pt-PT" smtClean="0"/>
              <a:t>07/04/2026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02E67-ACB0-4FDC-98E3-C1C9770DC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36C46-49C3-4E33-8C87-D0E87221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8</a:t>
            </a:fld>
            <a:endParaRPr lang="pt-PT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C1E1FEC-A9E7-4D76-A0EB-1C47208ACEF0}"/>
              </a:ext>
            </a:extLst>
          </p:cNvPr>
          <p:cNvGrpSpPr/>
          <p:nvPr/>
        </p:nvGrpSpPr>
        <p:grpSpPr>
          <a:xfrm>
            <a:off x="5763229" y="2456082"/>
            <a:ext cx="2432289" cy="1945831"/>
            <a:chOff x="3894444" y="580248"/>
            <a:chExt cx="2432289" cy="1945831"/>
          </a:xfrm>
        </p:grpSpPr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96DB7A7D-65DA-4F32-A838-A5040FAC9E1F}"/>
                </a:ext>
              </a:extLst>
            </p:cNvPr>
            <p:cNvSpPr/>
            <p:nvPr/>
          </p:nvSpPr>
          <p:spPr>
            <a:xfrm>
              <a:off x="3894444" y="580248"/>
              <a:ext cx="2432289" cy="1945831"/>
            </a:xfrm>
            <a:prstGeom prst="chevron">
              <a:avLst>
                <a:gd name="adj" fmla="val 25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Arrow: Chevron 4">
              <a:extLst>
                <a:ext uri="{FF2B5EF4-FFF2-40B4-BE49-F238E27FC236}">
                  <a16:creationId xmlns:a16="http://schemas.microsoft.com/office/drawing/2014/main" id="{1C72DF55-CF58-4233-80A0-FAD6BF61A2A7}"/>
                </a:ext>
              </a:extLst>
            </p:cNvPr>
            <p:cNvSpPr txBox="1"/>
            <p:nvPr/>
          </p:nvSpPr>
          <p:spPr>
            <a:xfrm>
              <a:off x="4380902" y="580248"/>
              <a:ext cx="1459373" cy="19458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5806" tIns="111760" rIns="85806" bIns="111760" numCol="1" spcCol="1270" anchor="t" anchorCtr="0">
              <a:noAutofit/>
            </a:bodyPr>
            <a:lstStyle/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b="0" kern="1200" cap="none" spc="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b="0" kern="1200" cap="none" spc="0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2022</a:t>
              </a:r>
            </a:p>
            <a:p>
              <a:pPr lvl="0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Inicio</a:t>
              </a:r>
              <a:r>
                <a:rPr lang="en-GB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do </a:t>
              </a: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ensino</a:t>
              </a:r>
              <a:r>
                <a:rPr lang="en-GB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secundário</a:t>
              </a:r>
              <a:endParaRPr lang="pt-PT" b="0" kern="1200" cap="none" spc="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marL="285750" lvl="1" indent="-285750" algn="l" defTabSz="1511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pt-PT" sz="3400" b="0" kern="120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B8E6404-2D2C-4455-B6F4-74114C540334}"/>
              </a:ext>
            </a:extLst>
          </p:cNvPr>
          <p:cNvGrpSpPr/>
          <p:nvPr/>
        </p:nvGrpSpPr>
        <p:grpSpPr>
          <a:xfrm>
            <a:off x="7624199" y="2456083"/>
            <a:ext cx="2432289" cy="1945831"/>
            <a:chOff x="3894444" y="580248"/>
            <a:chExt cx="2432289" cy="1945831"/>
          </a:xfrm>
        </p:grpSpPr>
        <p:sp>
          <p:nvSpPr>
            <p:cNvPr id="17" name="Arrow: Chevron 16">
              <a:extLst>
                <a:ext uri="{FF2B5EF4-FFF2-40B4-BE49-F238E27FC236}">
                  <a16:creationId xmlns:a16="http://schemas.microsoft.com/office/drawing/2014/main" id="{B5C7A587-4854-42DA-9272-107536ED2D23}"/>
                </a:ext>
              </a:extLst>
            </p:cNvPr>
            <p:cNvSpPr/>
            <p:nvPr/>
          </p:nvSpPr>
          <p:spPr>
            <a:xfrm>
              <a:off x="3894444" y="580248"/>
              <a:ext cx="2432289" cy="1945831"/>
            </a:xfrm>
            <a:prstGeom prst="chevron">
              <a:avLst>
                <a:gd name="adj" fmla="val 25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Arrow: Chevron 4">
              <a:extLst>
                <a:ext uri="{FF2B5EF4-FFF2-40B4-BE49-F238E27FC236}">
                  <a16:creationId xmlns:a16="http://schemas.microsoft.com/office/drawing/2014/main" id="{D61672E1-7D97-481C-AEE5-DC4651003B56}"/>
                </a:ext>
              </a:extLst>
            </p:cNvPr>
            <p:cNvSpPr txBox="1"/>
            <p:nvPr/>
          </p:nvSpPr>
          <p:spPr>
            <a:xfrm>
              <a:off x="4380902" y="580248"/>
              <a:ext cx="1459373" cy="19458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5806" tIns="111760" rIns="85806" bIns="111760" numCol="1" spcCol="1270" anchor="t" anchorCtr="0">
              <a:noAutofit/>
            </a:bodyPr>
            <a:lstStyle/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2000" b="0" kern="1200" cap="none" spc="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000" b="0" kern="1200" cap="none" spc="0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2024</a:t>
              </a:r>
            </a:p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000" b="0" kern="1200" cap="none" spc="0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Concluí</a:t>
              </a:r>
              <a:r>
                <a:rPr lang="en-GB" sz="2000" b="0" kern="1200" cap="none" spc="0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a 10 </a:t>
              </a:r>
              <a:r>
                <a:rPr lang="en-GB" sz="2000" b="0" kern="1200" cap="none" spc="0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classe</a:t>
              </a:r>
              <a:endParaRPr lang="pt-PT" sz="2000" b="0" kern="1200" cap="none" spc="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marL="285750" lvl="1" indent="-285750" algn="l" defTabSz="1511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pt-PT" sz="3400" b="0" kern="120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3EC7F71-475A-4202-AC03-E39B33B77A65}"/>
              </a:ext>
            </a:extLst>
          </p:cNvPr>
          <p:cNvGrpSpPr/>
          <p:nvPr/>
        </p:nvGrpSpPr>
        <p:grpSpPr>
          <a:xfrm>
            <a:off x="9326801" y="2456082"/>
            <a:ext cx="2432289" cy="1945831"/>
            <a:chOff x="3894444" y="580248"/>
            <a:chExt cx="2432289" cy="1945831"/>
          </a:xfrm>
        </p:grpSpPr>
        <p:sp>
          <p:nvSpPr>
            <p:cNvPr id="20" name="Arrow: Chevron 19">
              <a:extLst>
                <a:ext uri="{FF2B5EF4-FFF2-40B4-BE49-F238E27FC236}">
                  <a16:creationId xmlns:a16="http://schemas.microsoft.com/office/drawing/2014/main" id="{BC3C8BC7-B6FD-43D4-8590-5415DA9505C0}"/>
                </a:ext>
              </a:extLst>
            </p:cNvPr>
            <p:cNvSpPr/>
            <p:nvPr/>
          </p:nvSpPr>
          <p:spPr>
            <a:xfrm>
              <a:off x="3894444" y="580248"/>
              <a:ext cx="2432289" cy="1945831"/>
            </a:xfrm>
            <a:prstGeom prst="chevron">
              <a:avLst>
                <a:gd name="adj" fmla="val 25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Arrow: Chevron 4">
              <a:extLst>
                <a:ext uri="{FF2B5EF4-FFF2-40B4-BE49-F238E27FC236}">
                  <a16:creationId xmlns:a16="http://schemas.microsoft.com/office/drawing/2014/main" id="{42A911F9-1FFE-4832-8484-F4036A75D66B}"/>
                </a:ext>
              </a:extLst>
            </p:cNvPr>
            <p:cNvSpPr txBox="1"/>
            <p:nvPr/>
          </p:nvSpPr>
          <p:spPr>
            <a:xfrm>
              <a:off x="4380902" y="580248"/>
              <a:ext cx="1459373" cy="19458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5806" tIns="111760" rIns="85806" bIns="111760" numCol="1" spcCol="1270" anchor="t" anchorCtr="0">
              <a:noAutofit/>
            </a:bodyPr>
            <a:lstStyle/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b="0" kern="1200" cap="none" spc="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b="0" kern="1200" cap="none" spc="0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2025</a:t>
              </a:r>
            </a:p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Cv3 </a:t>
              </a: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em</a:t>
              </a:r>
              <a:r>
                <a:rPr lang="en-GB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electricidade</a:t>
              </a:r>
              <a:r>
                <a:rPr lang="en-GB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industrial</a:t>
              </a:r>
              <a:endParaRPr lang="pt-PT" b="0" kern="1200" cap="none" spc="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marL="285750" lvl="1" indent="-285750" algn="l" defTabSz="1511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pt-PT" sz="3400" b="0" kern="120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90E808-32B4-4D75-9404-80E18B2C0B01}"/>
              </a:ext>
            </a:extLst>
          </p:cNvPr>
          <p:cNvGrpSpPr/>
          <p:nvPr/>
        </p:nvGrpSpPr>
        <p:grpSpPr>
          <a:xfrm>
            <a:off x="3831429" y="2456081"/>
            <a:ext cx="2432289" cy="1945831"/>
            <a:chOff x="3894444" y="580248"/>
            <a:chExt cx="2432289" cy="1945831"/>
          </a:xfrm>
        </p:grpSpPr>
        <p:sp>
          <p:nvSpPr>
            <p:cNvPr id="24" name="Arrow: Chevron 23">
              <a:extLst>
                <a:ext uri="{FF2B5EF4-FFF2-40B4-BE49-F238E27FC236}">
                  <a16:creationId xmlns:a16="http://schemas.microsoft.com/office/drawing/2014/main" id="{2CB57EA0-BD24-471C-80A5-1E1925A4C10A}"/>
                </a:ext>
              </a:extLst>
            </p:cNvPr>
            <p:cNvSpPr/>
            <p:nvPr/>
          </p:nvSpPr>
          <p:spPr>
            <a:xfrm>
              <a:off x="3894444" y="580248"/>
              <a:ext cx="2432289" cy="1945831"/>
            </a:xfrm>
            <a:prstGeom prst="chevron">
              <a:avLst>
                <a:gd name="adj" fmla="val 25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Arrow: Chevron 4">
              <a:extLst>
                <a:ext uri="{FF2B5EF4-FFF2-40B4-BE49-F238E27FC236}">
                  <a16:creationId xmlns:a16="http://schemas.microsoft.com/office/drawing/2014/main" id="{AC83E0A1-E5A9-4E06-9B66-F8A678C5486D}"/>
                </a:ext>
              </a:extLst>
            </p:cNvPr>
            <p:cNvSpPr txBox="1"/>
            <p:nvPr/>
          </p:nvSpPr>
          <p:spPr>
            <a:xfrm>
              <a:off x="4380902" y="580248"/>
              <a:ext cx="1459373" cy="19458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5806" tIns="111760" rIns="85806" bIns="111760" numCol="1" spcCol="1270" anchor="t" anchorCtr="0">
              <a:noAutofit/>
            </a:bodyPr>
            <a:lstStyle/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b="0" kern="1200" cap="none" spc="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b="0" kern="1200" cap="none" spc="0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2021</a:t>
              </a:r>
            </a:p>
            <a:p>
              <a:pPr lvl="0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Concluí</a:t>
              </a:r>
              <a:r>
                <a:rPr lang="en-GB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o </a:t>
              </a: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ensino</a:t>
              </a:r>
              <a:r>
                <a:rPr lang="en-GB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primário</a:t>
              </a:r>
              <a:endParaRPr lang="pt-PT" b="0" kern="1200" cap="none" spc="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marL="285750" lvl="1" indent="-285750" algn="l" defTabSz="1511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pt-PT" sz="3400" b="0" kern="120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0A95DC1-EAA3-4EF1-8EAA-F6A86A494574}"/>
              </a:ext>
            </a:extLst>
          </p:cNvPr>
          <p:cNvGrpSpPr/>
          <p:nvPr/>
        </p:nvGrpSpPr>
        <p:grpSpPr>
          <a:xfrm>
            <a:off x="1871567" y="2456080"/>
            <a:ext cx="2432289" cy="1945831"/>
            <a:chOff x="3894444" y="580248"/>
            <a:chExt cx="2432289" cy="1945831"/>
          </a:xfrm>
        </p:grpSpPr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45AE02D7-81B9-486F-B138-85B5D3F1C4EB}"/>
                </a:ext>
              </a:extLst>
            </p:cNvPr>
            <p:cNvSpPr/>
            <p:nvPr/>
          </p:nvSpPr>
          <p:spPr>
            <a:xfrm>
              <a:off x="3894444" y="580248"/>
              <a:ext cx="2432289" cy="1945831"/>
            </a:xfrm>
            <a:prstGeom prst="chevron">
              <a:avLst>
                <a:gd name="adj" fmla="val 25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Arrow: Chevron 4">
              <a:extLst>
                <a:ext uri="{FF2B5EF4-FFF2-40B4-BE49-F238E27FC236}">
                  <a16:creationId xmlns:a16="http://schemas.microsoft.com/office/drawing/2014/main" id="{11F9067D-B456-41BE-9AF9-1CAE3A81CEEE}"/>
                </a:ext>
              </a:extLst>
            </p:cNvPr>
            <p:cNvSpPr txBox="1"/>
            <p:nvPr/>
          </p:nvSpPr>
          <p:spPr>
            <a:xfrm>
              <a:off x="4380902" y="580248"/>
              <a:ext cx="1459373" cy="19458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5806" tIns="111760" rIns="85806" bIns="111760" numCol="1" spcCol="1270" anchor="t" anchorCtr="0">
              <a:noAutofit/>
            </a:bodyPr>
            <a:lstStyle/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b="0" kern="1200" cap="none" spc="0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2015</a:t>
              </a:r>
            </a:p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Inicio</a:t>
              </a:r>
              <a:r>
                <a:rPr lang="en-GB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do </a:t>
              </a: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ensino</a:t>
              </a:r>
              <a:r>
                <a:rPr lang="en-GB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primário</a:t>
              </a:r>
              <a:r>
                <a:rPr lang="en-GB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e a </a:t>
              </a: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minha</a:t>
              </a:r>
              <a:r>
                <a:rPr lang="en-GB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carreira</a:t>
              </a:r>
              <a:r>
                <a:rPr lang="en-GB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no </a:t>
              </a:r>
              <a:r>
                <a:rPr lang="en-GB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basquete</a:t>
              </a:r>
              <a:endParaRPr lang="pt-PT" b="0" kern="1200" cap="none" spc="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marL="285750" lvl="1" indent="-285750" algn="l" defTabSz="1511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pt-PT" sz="3400" b="0" kern="120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99AFD2F-808B-40BE-B0DF-BA02261B1EFB}"/>
              </a:ext>
            </a:extLst>
          </p:cNvPr>
          <p:cNvGrpSpPr/>
          <p:nvPr/>
        </p:nvGrpSpPr>
        <p:grpSpPr>
          <a:xfrm>
            <a:off x="-74264" y="2456078"/>
            <a:ext cx="2432289" cy="1945832"/>
            <a:chOff x="3894444" y="580247"/>
            <a:chExt cx="2432289" cy="1945832"/>
          </a:xfrm>
        </p:grpSpPr>
        <p:sp>
          <p:nvSpPr>
            <p:cNvPr id="30" name="Arrow: Chevron 29">
              <a:extLst>
                <a:ext uri="{FF2B5EF4-FFF2-40B4-BE49-F238E27FC236}">
                  <a16:creationId xmlns:a16="http://schemas.microsoft.com/office/drawing/2014/main" id="{322A9DA1-0142-4FA3-94F2-18E9A2B4557E}"/>
                </a:ext>
              </a:extLst>
            </p:cNvPr>
            <p:cNvSpPr/>
            <p:nvPr/>
          </p:nvSpPr>
          <p:spPr>
            <a:xfrm>
              <a:off x="3894444" y="580248"/>
              <a:ext cx="2432289" cy="1945831"/>
            </a:xfrm>
            <a:prstGeom prst="chevron">
              <a:avLst>
                <a:gd name="adj" fmla="val 25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Arrow: Chevron 4">
              <a:extLst>
                <a:ext uri="{FF2B5EF4-FFF2-40B4-BE49-F238E27FC236}">
                  <a16:creationId xmlns:a16="http://schemas.microsoft.com/office/drawing/2014/main" id="{1D1194C0-224C-4DF2-B1CB-8C90924EFAA8}"/>
                </a:ext>
              </a:extLst>
            </p:cNvPr>
            <p:cNvSpPr txBox="1"/>
            <p:nvPr/>
          </p:nvSpPr>
          <p:spPr>
            <a:xfrm>
              <a:off x="4544947" y="580247"/>
              <a:ext cx="1459373" cy="19458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5806" tIns="111760" rIns="85806" bIns="111760" numCol="1" spcCol="1270" anchor="t" anchorCtr="0">
              <a:noAutofit/>
            </a:bodyPr>
            <a:lstStyle/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b="0" kern="1200" cap="none" spc="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b="0" kern="1200" cap="none" spc="0" dirty="0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2009</a:t>
              </a:r>
            </a:p>
            <a:p>
              <a:pPr marL="0" lvl="0" indent="0" algn="l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b="0" kern="1200" cap="none" spc="0" dirty="0" err="1">
                  <a:ln w="0"/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Nasci</a:t>
              </a:r>
              <a:endParaRPr lang="pt-PT" b="0" kern="1200" cap="none" spc="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marL="285750" lvl="1" indent="-285750" algn="l" defTabSz="1511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pt-PT" sz="3400" b="0" kern="120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6939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F49D5-5880-4AFD-A9AC-E9561D08D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Meu </a:t>
            </a:r>
            <a:r>
              <a:rPr lang="en-GB" dirty="0" err="1"/>
              <a:t>Vídeo</a:t>
            </a:r>
            <a:endParaRPr lang="pt-PT" dirty="0"/>
          </a:p>
        </p:txBody>
      </p:sp>
      <p:pic>
        <p:nvPicPr>
          <p:cNvPr id="5" name="essa sim">
            <a:hlinkClick r:id="" action="ppaction://media"/>
            <a:extLst>
              <a:ext uri="{FF2B5EF4-FFF2-40B4-BE49-F238E27FC236}">
                <a16:creationId xmlns:a16="http://schemas.microsoft.com/office/drawing/2014/main" id="{DDB0CA8F-A14E-4623-87F6-A3E3758EEB4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97538" y="1383570"/>
            <a:ext cx="8596923" cy="4845603"/>
          </a:xfr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DEEC339-CA1C-418E-837E-97637AC4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45AF-7ECD-41B1-993B-3590C039E4A1}" type="datetime1">
              <a:rPr lang="pt-PT" smtClean="0"/>
              <a:t>07/04/2026</a:t>
            </a:fld>
            <a:endParaRPr lang="pt-PT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F72FC9D-E174-44D8-A56F-F4090792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B483E9-F78C-48B4-8DF9-F81D617C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451716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7" dur="1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65E0E-3E10-4F71-A200-F385C864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8258C-E17C-49B3-ABDA-21DFFE5A6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 action="ppaction://hlinkfile"/>
              </a:rPr>
              <a:t>Meu </a:t>
            </a:r>
            <a:r>
              <a:rPr lang="en-GB" dirty="0" err="1">
                <a:hlinkClick r:id="rId2" action="ppaction://hlinkfile"/>
              </a:rPr>
              <a:t>projecto</a:t>
            </a:r>
            <a:r>
              <a:rPr lang="en-GB" dirty="0">
                <a:hlinkClick r:id="rId2" action="ppaction://hlinkfile"/>
              </a:rPr>
              <a:t> </a:t>
            </a:r>
            <a:r>
              <a:rPr lang="en-GB" dirty="0" err="1">
                <a:hlinkClick r:id="rId2" action="ppaction://hlinkfile"/>
              </a:rPr>
              <a:t>integrado</a:t>
            </a:r>
            <a:endParaRPr lang="pt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06AD2-1530-4AE4-894B-597A796E1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F290-3E27-4539-9906-27A778E77F95}" type="datetime1">
              <a:rPr lang="pt-PT" smtClean="0"/>
              <a:t>07/04/2026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95453-6CCB-4AC8-8BC8-89F8713C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Khani Mathusse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4F8FF-360E-4696-8424-0D65661BC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65CC-97EE-4997-8F41-2E42D9139317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0099844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605</TotalTime>
  <Words>335</Words>
  <Application>Microsoft Office PowerPoint</Application>
  <PresentationFormat>Widescreen</PresentationFormat>
  <Paragraphs>89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Quem sou eu?  </vt:lpstr>
      <vt:lpstr>Minha Infância</vt:lpstr>
      <vt:lpstr>Minha formação</vt:lpstr>
      <vt:lpstr>Arvore Geneologica</vt:lpstr>
      <vt:lpstr>Meus Interesses e hobbies</vt:lpstr>
      <vt:lpstr>Meus objectivos</vt:lpstr>
      <vt:lpstr>Cronologia da minha vida</vt:lpstr>
      <vt:lpstr>Meu Vídeo</vt:lpstr>
      <vt:lpstr>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Minha Biografia</dc:title>
  <dc:creator>Hp 14</dc:creator>
  <cp:lastModifiedBy>Hp 14</cp:lastModifiedBy>
  <cp:revision>48</cp:revision>
  <dcterms:created xsi:type="dcterms:W3CDTF">2026-03-17T04:53:13Z</dcterms:created>
  <dcterms:modified xsi:type="dcterms:W3CDTF">2026-04-07T07:52:46Z</dcterms:modified>
</cp:coreProperties>
</file>